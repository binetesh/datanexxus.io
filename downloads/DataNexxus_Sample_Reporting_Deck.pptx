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Satisfaction</c:v>
                </c:pt>
                <c:pt idx="1">
                  <c:v>NPS</c:v>
                </c:pt>
                <c:pt idx="2">
                  <c:v>Intent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35</c:v>
                </c:pt>
                <c:pt idx="2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7E-4C31-9E80-E7421E7B1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Preference %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Brand A</c:v>
                </c:pt>
                <c:pt idx="1">
                  <c:v>Brand B</c:v>
                </c:pt>
                <c:pt idx="2">
                  <c:v>Brand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35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F6-480C-B0A7-063563AAC3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77</c:v>
                </c:pt>
                <c:pt idx="2">
                  <c:v>79</c:v>
                </c:pt>
                <c:pt idx="3">
                  <c:v>80</c:v>
                </c:pt>
                <c:pt idx="4">
                  <c:v>81</c:v>
                </c:pt>
                <c:pt idx="5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2A-4A6F-BEE6-2B529511A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DataNexxus</a:t>
            </a:r>
            <a:r>
              <a:rPr lang="en-IN" dirty="0"/>
              <a:t> </a:t>
            </a:r>
            <a:r>
              <a:rPr dirty="0"/>
              <a:t>Sample Reporting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Dummy FMCG Customer Satisfaction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Satisfaction: 82%</a:t>
            </a:r>
          </a:p>
          <a:p>
            <a:r>
              <a:t>NPS: +35</a:t>
            </a:r>
          </a:p>
          <a:p>
            <a:r>
              <a:t>Purchase Intent: 76%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254491"/>
              </p:ext>
            </p:extLst>
          </p:nvPr>
        </p:nvGraphicFramePr>
        <p:xfrm>
          <a:off x="609600" y="16002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18-24: 78%</a:t>
            </a:r>
          </a:p>
          <a:p>
            <a:r>
              <a:t>25-34: 85%</a:t>
            </a:r>
          </a:p>
          <a:p>
            <a:r>
              <a:t>35-44: 83%</a:t>
            </a:r>
          </a:p>
          <a:p>
            <a:r>
              <a:t>45+: 79%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Verbatim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delivery</a:t>
            </a:r>
          </a:p>
          <a:p>
            <a:r>
              <a:t>Good quality</a:t>
            </a:r>
          </a:p>
          <a:p>
            <a:r>
              <a:t>Value for money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delivery speed</a:t>
            </a:r>
          </a:p>
          <a:p>
            <a:r>
              <a:t>Expand awareness campaigns</a:t>
            </a:r>
          </a:p>
          <a:p>
            <a:r>
              <a:t>Target premium consumers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46c1e80-1de9-4bab-b8c8-1624be24ed3c}" enabled="1" method="Standard" siteId="{9ceb45d9-8994-49de-a178-bcc598fec3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DataNexxus Sample Reporting Deck</vt:lpstr>
      <vt:lpstr>Executive Summary</vt:lpstr>
      <vt:lpstr>Key KPI Dashboard</vt:lpstr>
      <vt:lpstr>Brand Comparison</vt:lpstr>
      <vt:lpstr>Demographic Analysis</vt:lpstr>
      <vt:lpstr>Monthly Trend</vt:lpstr>
      <vt:lpstr>Verbatim Feedback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Binetesh Thakur</cp:lastModifiedBy>
  <cp:revision>4</cp:revision>
  <dcterms:created xsi:type="dcterms:W3CDTF">2013-01-27T09:14:16Z</dcterms:created>
  <dcterms:modified xsi:type="dcterms:W3CDTF">2026-05-31T12:40:05Z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SITA - Internal Use</vt:lpwstr>
  </property>
</Properties>
</file>